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1" autoAdjust="0"/>
    <p:restoredTop sz="94660"/>
  </p:normalViewPr>
  <p:slideViewPr>
    <p:cSldViewPr snapToGrid="0">
      <p:cViewPr varScale="1">
        <p:scale>
          <a:sx n="92" d="100"/>
          <a:sy n="92" d="100"/>
        </p:scale>
        <p:origin x="9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EC4B4-D541-28F0-9936-F32C858A5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14F2D-F930-22D0-BDBD-4A5D726826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0C59A7-DB44-D525-E0E0-C7C89933B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3ABF8C-85FD-5F1B-D3EA-7C0D667F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86C279-23D5-C413-E984-BCB35906E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582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1990-D046-77AB-6A49-0AF1A938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9A594-C947-1ECB-8076-236BBC4FA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61B7A-F13E-E05F-5B84-19007926D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25564-775C-566F-3128-EBE204F0D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35F42-C04A-3070-C299-A55CF753A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094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C5D-EF51-BE4C-AA95-4553E867A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B9487-0F54-A77B-6843-F044AB6BE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44B8A-B971-B356-126E-6EBF8405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32D8A-A520-C9FC-6B32-94C155FD6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C33D19-DAB6-E2DD-8999-2271CFFAD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7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9EC31-D654-8CE5-4633-B33D6878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4E0D0-3D79-76FD-76A9-5035501DF6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0C0748-B938-7DE4-AE93-95187AA659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734AA-1DEC-6A26-3E49-04EBA7A37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43253E-A622-60A5-63AC-A9A2915AD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3883F-3721-3B19-45C7-F5E7DE5E3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910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2FED2-47FF-7F57-A2F1-6F82F0CD3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AC2173-2B77-F187-0E9E-23402B155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89BB0D-366D-29DB-A724-00E7ABA31C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070B9C-D574-47A0-F9D8-71E128F0C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F1956B-B9B7-665E-46BA-DDFA3092EA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54AA8-7F6F-17CD-03D3-31B8EF113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6796F3-2262-8B28-952A-C9A9C8742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A93E2F-FD16-D9AD-0744-E038223A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501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2A31A-1348-6F4C-2308-2A722AF35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F15B29-EBF1-DB51-4DAA-4EEE31315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2F6E5-B0D6-B1C6-3433-01BC17F53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79E01-ADF3-DEFC-59DA-5C3D15F94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95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2565E1-003D-F1EF-D811-AD5F00EF0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2BF021-A70C-57B9-AE9B-54CBF0934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B29FD-FB5E-E95C-CDDB-EE473018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534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6418-2DC0-F996-DAE2-7AD855733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EC201-FFAA-CA3C-FD07-B764B751E4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84E315-AACD-6377-D21C-5BE13A443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7EA989-A834-2707-415E-1EE85D041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C3D2BA-1A9C-526C-A02E-B0653C5AC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641D7-2892-F7B8-8CE7-11B66E2A3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77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C85D2-3CFB-E04D-F446-D885EEDA5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9C37AE-E690-0182-CCF8-DA1586DD26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CBBE97-F488-EEC4-3BDD-A9E054725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4F60B-BD3C-906E-D74B-3ED1BDCB0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911BD3-4242-5868-0E8E-7AE696DF7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845D19-208C-AB61-9D47-41070DED3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318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C8A97-BFDD-BE1E-73E4-D5F624D77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5B2F9E-F914-4C88-76CF-5C7BB561C7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26753-9D70-02B0-B2F2-CFA68F38C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44FB39-2100-2583-42A8-001239E13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3FC3C-0C23-32A7-3086-0C990E403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53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31E50E-CFBB-EAB9-9A45-B21945F21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189220-CFF7-1BD7-40FD-4D0AB67156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E8FFE-1E42-41C3-58AD-D59331772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50936-1E9D-A657-F050-8304A85C9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390CE-EDE6-408D-6FF7-982877C5E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522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83E65E-DE05-2637-0BD4-56845A0EA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76443F-0827-6078-AC9A-3085D170B5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BCB06-9D6A-A4E1-EDFE-DC207F650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96D1D5-6C06-45DA-9E1F-F92EDD6BC336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570A85-7928-C458-2898-4A1EE1018C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A65DD-B07A-1392-DDFB-E4BFF5B321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CEBEE5-81A0-44B8-AF75-F718F88F78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262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4D32E-3751-11D7-9AB8-F47671A8C7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Global Crisis Response &amp; Supply Chain Hub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9D0B07-B1D0-AC97-A6AE-469EB45743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Ranaldo Slowley</a:t>
            </a:r>
          </a:p>
        </p:txBody>
      </p:sp>
    </p:spTree>
    <p:extLst>
      <p:ext uri="{BB962C8B-B14F-4D97-AF65-F5344CB8AC3E}">
        <p14:creationId xmlns:p14="http://schemas.microsoft.com/office/powerpoint/2010/main" val="2007915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EA48F-AC51-D306-2BED-9FF7401BB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331C2-FDFC-13CD-E932-F13F095A5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A0CFEF5-86E1-EE11-76DE-7FB3762BB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495"/>
            <a:ext cx="12192000" cy="6389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61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2492D-4E47-4C77-2FB7-0A9D832D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905AA-4503-C1A4-1D67-71A767D6C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5AB142-EAAE-5B61-12CA-6043F4E735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27" y="0"/>
            <a:ext cx="113039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85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24D1F-CC87-BD0F-BA49-C80C82E7A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BFA31-5256-50A1-2099-637C20451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E25ED6-8D2A-8662-581C-2BDE60BCC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07" y="0"/>
            <a:ext cx="11308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196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9573F-ADB6-19B1-ADE1-B3C2BD17E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281BA-B1EB-AA5C-643B-6E734BFB7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1300C5-F88D-1B7F-770E-C8043FB1F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17" y="0"/>
            <a:ext cx="113733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732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F4A91-1A3D-20BB-B895-464B15290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EB81B-335A-2694-92F8-0F95151AD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CB2E1A4-E343-2813-7F57-02F080788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29" y="0"/>
            <a:ext cx="112985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589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B953E-6162-B09D-C738-950ABDA2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64D6B-EC8E-7783-6F26-8137A3C19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D2EC43-730B-BFCD-877B-11B72CD30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989" y="0"/>
            <a:ext cx="112820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318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C06C1-38B6-279F-6DA4-6B263D3D1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D5C68-C57D-FD75-AE3A-1B4B7F2C0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A48050-0F14-ACCF-E579-81BDDDD3B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552" y="0"/>
            <a:ext cx="112688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252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DB128-697E-5D6F-0C16-549F6A5D5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2ECB5-2533-45ED-CE94-DCADD1105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6B967E9-86BA-5B18-1935-92EB8D7C1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21" y="0"/>
            <a:ext cx="112841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938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7A012-ADBC-7C35-65BC-194BCA15E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DE748-CDCC-DE1B-1765-4BA6441F8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26F67C8-4588-CA98-D118-F3D64F43B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08" y="0"/>
            <a:ext cx="113169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123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F2B79-C563-B981-B1BA-0B86D96BE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8E1C7-977E-748F-2E04-8FD9D47E6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31724C-4F07-14E1-ED92-10DC22D74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11" y="0"/>
            <a:ext cx="112831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511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2A079-774B-087D-6611-ADF531CEF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C9591-1A55-F4AB-3EFC-2961CF452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51E4F6A-2F74-02B1-575B-E675323DE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91" y="0"/>
            <a:ext cx="112718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90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A777-0283-C4E3-9339-DFABA874F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71FCF4-648D-8D00-B7C8-938E02CDD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21460A-032C-7B56-7159-F013D0BC3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63" y="0"/>
            <a:ext cx="113292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843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BF2E0-7157-923B-4883-B951C49AA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2E391-9AC2-A7E4-99A3-E0395934BB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187BB4-D430-9E6B-A048-AEC12C49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54" y="0"/>
            <a:ext cx="112816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820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9D23A-8EB3-3C91-1665-2B9CDAC96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311A5-968C-4789-5412-36086F2F0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6548FAC-F8A1-CE1C-466C-2E044A509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583" y="0"/>
            <a:ext cx="113648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1268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D21F-2DF1-F42A-7421-D83574199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47425-A57A-A988-5035-D0759FC6C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F7433FF-1BA3-2E2D-D0E9-242098CC2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07" y="0"/>
            <a:ext cx="11308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2951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5025-90FD-35C3-3A5C-226367AF2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1F5E9-1352-7861-4DFC-673309F10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13D02D-6ACD-E2B6-942B-4D6C2CF87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12" y="0"/>
            <a:ext cx="113123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2952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E6DB9-6125-4FBB-B1DC-8C39809E9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30A8D-3961-0E14-D362-5A0D8EAB2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2CD5F36-754F-9D29-3DD3-BC897358C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34" y="0"/>
            <a:ext cx="112889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57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12</Words>
  <Application>Microsoft Office PowerPoint</Application>
  <PresentationFormat>Widescreen</PresentationFormat>
  <Paragraphs>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The Global Crisis Response &amp; Supply Chain Hub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Ranaldo Slowley</dc:creator>
  <cp:lastModifiedBy>Ranaldo Slowley</cp:lastModifiedBy>
  <cp:revision>2</cp:revision>
  <dcterms:created xsi:type="dcterms:W3CDTF">2025-12-31T19:09:30Z</dcterms:created>
  <dcterms:modified xsi:type="dcterms:W3CDTF">2025-12-31T20:45:57Z</dcterms:modified>
</cp:coreProperties>
</file>