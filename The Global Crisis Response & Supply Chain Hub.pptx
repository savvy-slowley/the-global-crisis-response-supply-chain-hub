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87" d="100"/>
          <a:sy n="87" d="100"/>
        </p:scale>
        <p:origin x="7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4B4-D541-28F0-9936-F32C858A5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14F2D-F930-22D0-BDBD-4A5D72682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59A7-DB44-D525-E0E0-C7C89933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ABF8C-85FD-5F1B-D3EA-7C0D667F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6C279-23D5-C413-E984-BCB35906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8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1990-D046-77AB-6A49-0AF1A938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9A594-C947-1ECB-8076-236BBC4FA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61B7A-F13E-E05F-5B84-19007926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25564-775C-566F-3128-EBE204F0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35F42-C04A-3070-C299-A55CF753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9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7C5D-EF51-BE4C-AA95-4553E867A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B9487-0F54-A77B-6843-F044AB6BE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4B8A-B971-B356-126E-6EBF8405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32D8A-A520-C9FC-6B32-94C155FD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33D19-DAB6-E2DD-8999-2271CF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EC31-D654-8CE5-4633-B33D6878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4E0D0-3D79-76FD-76A9-5035501DF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C0748-B938-7DE4-AE93-95187AA65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734AA-1DEC-6A26-3E49-04EBA7A3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3253E-A622-60A5-63AC-A9A2915A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3883F-3721-3B19-45C7-F5E7DE5E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10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FED2-47FF-7F57-A2F1-6F82F0CD3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C2173-2B77-F187-0E9E-23402B155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9BB0D-366D-29DB-A724-00E7ABA31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70B9C-D574-47A0-F9D8-71E128F0C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1956B-B9B7-665E-46BA-DDFA3092E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A54AA8-7F6F-17CD-03D3-31B8EF11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6796F3-2262-8B28-952A-C9A9C874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93E2F-FD16-D9AD-0744-E038223A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0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A31A-1348-6F4C-2308-2A722AF3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15B29-EBF1-DB51-4DAA-4EEE3131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2F6E5-B0D6-B1C6-3433-01BC17F5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79E01-ADF3-DEFC-59DA-5C3D15F9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2565E1-003D-F1EF-D811-AD5F00EF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BF021-A70C-57B9-AE9B-54CBF093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B29FD-FB5E-E95C-CDDB-EE473018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3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6418-2DC0-F996-DAE2-7AD85573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EC201-FFAA-CA3C-FD07-B764B751E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4E315-AACD-6377-D21C-5BE13A443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EA989-A834-2707-415E-1EE85D04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3D2BA-1A9C-526C-A02E-B0653C5A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641D7-2892-F7B8-8CE7-11B66E2A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85D2-3CFB-E04D-F446-D885EEDA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9C37AE-E690-0182-CCF8-DA1586DD2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BBE97-F488-EEC4-3BDD-A9E054725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4F60B-BD3C-906E-D74B-3ED1BDCB0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11BD3-4242-5868-0E8E-7AE696DF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45D19-208C-AB61-9D47-41070DED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1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8A97-BFDD-BE1E-73E4-D5F624D7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B2F9E-F914-4C88-76CF-5C7BB561C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26753-9D70-02B0-B2F2-CFA68F38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4FB39-2100-2583-42A8-001239E1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3FC3C-0C23-32A7-3086-0C990E40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3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1E50E-CFBB-EAB9-9A45-B21945F21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89220-CFF7-1BD7-40FD-4D0AB6715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8FFE-1E42-41C3-58AD-D5933177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50936-1E9D-A657-F050-8304A85C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390CE-EDE6-408D-6FF7-982877C5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2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83E65E-DE05-2637-0BD4-56845A0E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6443F-0827-6078-AC9A-3085D170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BCB06-9D6A-A4E1-EDFE-DC207F650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96D1D5-6C06-45DA-9E1F-F92EDD6BC33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70A85-7928-C458-2898-4A1EE1018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A65DD-B07A-1392-DDFB-E4BFF5B32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EBEE5-81A0-44B8-AF75-F718F88F7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6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D32E-3751-11D7-9AB8-F47671A8C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D0B07-B1D0-AC97-A6AE-469EB45743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1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EA48F-AC51-D306-2BED-9FF7401B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31C2-FDFC-13CD-E932-F13F095A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0CFEF5-86E1-EE11-76DE-7FB3762BB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495"/>
            <a:ext cx="12192000" cy="638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1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492D-4E47-4C77-2FB7-0A9D832D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05AA-4503-C1A4-1D67-71A767D6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5AB142-EAAE-5B61-12CA-6043F4E73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27" y="0"/>
            <a:ext cx="11303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4D1F-CC87-BD0F-BA49-C80C82E7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BFA31-5256-50A1-2099-637C20451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E25ED6-8D2A-8662-581C-2BDE60BCC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7" y="0"/>
            <a:ext cx="11308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9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573F-ADB6-19B1-ADE1-B3C2BD17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81BA-B1EB-AA5C-643B-6E734BFB7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1300C5-F88D-1B7F-770E-C8043FB1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7" y="0"/>
            <a:ext cx="11373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3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4A91-1A3D-20BB-B895-464B1529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B81B-335A-2694-92F8-0F95151AD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B2E1A4-E343-2813-7F57-02F08078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9" y="0"/>
            <a:ext cx="112985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89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953E-6162-B09D-C738-950ABDA2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64D6B-EC8E-7783-6F26-8137A3C19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D2EC43-730B-BFCD-877B-11B72CD30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89" y="0"/>
            <a:ext cx="11282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1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06C1-38B6-279F-6DA4-6B263D3D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D5C68-C57D-FD75-AE3A-1B4B7F2C0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A48050-0F14-ACCF-E579-81BDDDD3B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2" y="0"/>
            <a:ext cx="112688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52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B128-697E-5D6F-0C16-549F6A5D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2ECB5-2533-45ED-CE94-DCADD1105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B967E9-86BA-5B18-1935-92EB8D7C1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21" y="0"/>
            <a:ext cx="11284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38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A012-ADBC-7C35-65BC-194BCA15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DE748-CDCC-DE1B-1765-4BA6441F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6F67C8-4588-CA98-D118-F3D64F43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08" y="0"/>
            <a:ext cx="113169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23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F2B79-C563-B981-B1BA-0B86D96B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E1C7-977E-748F-2E04-8FD9D47E6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31724C-4F07-14E1-ED92-10DC22D7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11" y="0"/>
            <a:ext cx="11283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11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A079-774B-087D-6611-ADF531CE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C9591-1A55-F4AB-3EFC-2961CF452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1E4F6A-2F74-02B1-575B-E675323DE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91" y="0"/>
            <a:ext cx="11271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0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A777-0283-C4E3-9339-DFABA874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1FCF4-648D-8D00-B7C8-938E02CDD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21460A-032C-7B56-7159-F013D0BC3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63" y="0"/>
            <a:ext cx="11329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43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F2E0-7157-923B-4883-B951C49A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E391-9AC2-A7E4-99A3-E0395934B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187BB4-D430-9E6B-A048-AEC12C49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54" y="0"/>
            <a:ext cx="11281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0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D23A-8EB3-3C91-1665-2B9CDAC9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311A5-968C-4789-5412-36086F2F0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548FAC-F8A1-CE1C-466C-2E044A509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83" y="0"/>
            <a:ext cx="11364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26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D21F-2DF1-F42A-7421-D8357419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47425-A57A-A988-5035-D0759FC6C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7433FF-1BA3-2E2D-D0E9-242098CC2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7" y="0"/>
            <a:ext cx="11308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95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25025-90FD-35C3-3A5C-226367AF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F5E9-1352-7861-4DFC-673309F10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13D02D-6ACD-E2B6-942B-4D6C2CF8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12" y="0"/>
            <a:ext cx="11312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95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E6DB9-6125-4FBB-B1DC-8C39809E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30A8D-3961-0E14-D362-5A0D8EAB2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CD5F36-754F-9D29-3DD3-BC897358C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4" y="0"/>
            <a:ext cx="112889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7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Ranaldo Slowley</dc:creator>
  <cp:lastModifiedBy>Ranaldo Slowley</cp:lastModifiedBy>
  <cp:revision>1</cp:revision>
  <dcterms:created xsi:type="dcterms:W3CDTF">2025-12-31T19:09:30Z</dcterms:created>
  <dcterms:modified xsi:type="dcterms:W3CDTF">2025-12-31T20:44:25Z</dcterms:modified>
</cp:coreProperties>
</file>